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00000"/>
            <a:ext cx="4038600" cy="4100000"/>
          </a:xfrm>
        </p:spPr>
        <p:txBody>
          <a:bodyPr/>
          <a:lstStyle>
            <a:lvl1pPr>
              <a:defRPr sz="16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00000"/>
            <a:ext cx="4038600" cy="4100000"/>
          </a:xfrm>
        </p:spPr>
        <p:txBody>
          <a:bodyPr/>
          <a:lstStyle>
            <a:lvl1pPr>
              <a:defRPr sz="16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00000"/>
            <a:ext cx="4040188" cy="4200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220000"/>
            <a:ext cx="4040188" cy="3680000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800000"/>
            <a:ext cx="4041775" cy="4200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220000"/>
            <a:ext cx="4041775" cy="3680000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6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00000"/>
            <a:ext cx="8229600" cy="41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800" b="1" kern="1200">
          <a:solidFill>
            <a:srgbClr val="1F3A5F"/>
          </a:solidFill>
          <a:latin typeface="+mj-lt"/>
          <a:ea typeface="+mj-ea"/>
          <a:cs typeface="+mj-cs"/>
        </a:defRPr>
      </a:lvl1pPr>
    </p:titleStyle>
    <p:bodyStyle>
      <a:lvl1pPr marL="0" indent="0" algn="l" defTabSz="342900" rtl="0" eaLnBrk="1" latinLnBrk="0" hangingPunct="1">
        <a:spcBef>
          <a:spcPts val="12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